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875520" y="182880"/>
            <a:ext cx="2560320" cy="14630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502920"/>
            <a:ext cx="7680960" cy="17064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32827"/>
            <a:ext cx="1078992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 dirty="0">
                <a:solidFill>
                  <a:srgbClr val="FFFFFF"/>
                </a:solidFill>
                <a:latin typeface="Aptos"/>
              </a:rPr>
              <a:t>COMPLETE BUSINESS &amp; SERVICES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D7EBF5"/>
                </a:solidFill>
                <a:latin typeface="Aptos"/>
              </a:rPr>
              <a:t>Cyber Cafe • Digital Services • Partner Network • Business Promotion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251960"/>
            <a:ext cx="8321040" cy="658368"/>
          </a:xfrm>
          <a:prstGeom prst="round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4416552"/>
            <a:ext cx="8138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ONE PLATFORM • MULTIPLE SERVICES • GROW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 CAFE HIMACHAL — Himachal Updates • Jobs • Online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Building a trusted digital service network across Himachal Pradesh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828800"/>
            <a:ext cx="3337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03120" y="2148840"/>
            <a:ext cx="566928" cy="566928"/>
          </a:xfrm>
          <a:prstGeom prst="ellipse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2194560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3767"/>
                </a:solidFill>
                <a:latin typeface="Aptos"/>
              </a:rPr>
              <a:t>DIGITAL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Make useful digital services easier to reach.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337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194560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3767"/>
                </a:solidFill>
                <a:latin typeface="Aptos"/>
              </a:rPr>
              <a:t>EMPOWER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204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Support students, job seekers and local communities.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33756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92640" y="2148840"/>
            <a:ext cx="566928" cy="566928"/>
          </a:xfrm>
          <a:prstGeom prst="ellipse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194560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8036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3767"/>
                </a:solidFill>
                <a:latin typeface="Aptos"/>
              </a:rPr>
              <a:t>CREATE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5204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Build flexible earning and self-employment opportunities.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Saksham Himachal • Digital Himachal • Bright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OUR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What E CAFE HIMACHAL aims to build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OUR CORE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OUR LONG-TERM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Provide reliable and affordable digital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Support students, job seekers and common people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Create self-employment and part-time opportunities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Build a strong partner network across Himachal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Promote digital awareness in rural and urban areas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Become a trusted local digital service network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Connect people with legitimate online opportunities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Create a scalable support and promotion ecosystem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Grow with transparency, training and technology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Build a recognizable Himachal-focused brand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COMPLETE BUSINESS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One brand • Multiple service categories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109728" cy="178308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CYBER CAFE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Internet, print, scan &amp; computer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08760"/>
            <a:ext cx="3520440" cy="1783080"/>
          </a:xfrm>
          <a:prstGeom prst="roundRect">
            <a:avLst/>
          </a:prstGeom>
          <a:solidFill>
            <a:srgbClr val="EB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508760"/>
            <a:ext cx="109728" cy="178308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FORMS &amp;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1343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Jobs, admissions, scholarships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508760"/>
            <a:ext cx="3520440" cy="178308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508760"/>
            <a:ext cx="109728" cy="178308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182880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GOVERNMENT HELP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31343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Portal navigation &amp; application assistance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EB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109728" cy="178308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ID &amp;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6227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PAN-related help, passport guidance &amp; travel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657600"/>
            <a:ext cx="3520440" cy="178308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3657600"/>
            <a:ext cx="109728" cy="178308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977639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BUSINESS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46227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Marketing, website &amp; social media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657600"/>
            <a:ext cx="3520440" cy="1783080"/>
          </a:xfrm>
          <a:prstGeom prst="roundRect">
            <a:avLst/>
          </a:prstGeom>
          <a:solidFill>
            <a:srgbClr val="EB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3657600"/>
            <a:ext cx="109728" cy="178308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41080" y="3977639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03767"/>
                </a:solidFill>
                <a:latin typeface="Aptos"/>
              </a:rPr>
              <a:t>PARTNER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462272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Village, Tehsil, District &amp; Promoters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One Platform • Multiple Opportunities • Infinite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WHY CHOOSE E CAFE HIMACHAL?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Our value proposition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FOR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FOR PARTNERS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Convenient access to digital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Multiple service categories in one ecosystem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Affordable and transparent service approach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Support for students, job seekers and families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Local Himachal-focused communication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Flexible business and promotion opportunities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Marketing material and training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Core team service coordination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Performance-based growth opportunities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Opportunity to grow with the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COMPLETE CYBER CAFE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Everyday computer and internet support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COMPUTER &amp;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PRINT • SCAN •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Internet browsing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Email setup and basic email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registration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download and upload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Government website navigation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computer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Black &amp; White printing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</a:t>
            </a:r>
            <a:r>
              <a:rPr dirty="0" err="1"/>
              <a:t>Colour</a:t>
            </a:r>
            <a:r>
              <a:rPr dirty="0"/>
              <a:t> printing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Single-side and double-side printing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scanning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PDF scanning and image scanning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Photocopy services where equipment is available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TYPING &amp; DOCUMENT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Professional document preparation support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TYPING &amp;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DOCUMENT FORMATS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Hindi and English typing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Application and letter typing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Resume / CV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Bio-data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Cover letter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Job-related document preparation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Self-declaration formats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Affidavit / declaration format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Official letter formatting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document formatting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Word document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Student and application drafts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PDF &amp; FILE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All your files in one place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PDF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FILE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Create PDF from documents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Merge and split PDF files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Compress PDF files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Image to PDF conversion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PDF to image conversion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fillable PDF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Word to PDF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Excel to PDF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Image resize and file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format conversion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Scan to PDF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Edit and arrange PDF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PHOTO &amp; IMAGE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Prepare images for forms and documents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PHOTO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BASIC IMAGE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Passport-size photo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Photo resize and crop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Background cleanup where appropriate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Signature resize for online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Image compression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form image preparation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image cleanup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Photo crop and alignment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image enhancement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JPG / PNG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Image to PDF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Photo file organization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ONLINE FORM FILLING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Helping customers complete online applications correctly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POPULAR FORM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ONLINE APPLICATION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Government application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Job application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Scholarship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Admission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School and college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Entrance and recruitment 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Private job applications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registrations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upload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Photo and signature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Application printout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status-check assistance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JOB &amp; EMPLOYMENT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Find opportunities and prepare applications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JOB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CAREER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Government job application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Private job application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Job portal registration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Resume upload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Admit card download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Result and answer-key access assistance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Latest job update sharing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Resume / CV creation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Employment-related online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Job notification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application document checklist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Career information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EDUCATION &amp; STUDENT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Supporting students from admission to results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ADMISSION &amp; EXAMS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STUDENT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School admission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College / university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Entrance examination 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Scholarship applications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Exam registration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Admit card download assistance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Result and marksheet download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Certificate download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Student document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document upload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Education-related application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Scholarship document checklist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GOVERNMENT ONLINE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Official portal navigation and application assistance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PUBLIC DIGITAL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IMPORTANT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Government scheme information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Official portal navigation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registration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Certificate application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Document download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Department portal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Use official portals and approved processes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 not claim government authorization without approval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No guaranteed approval or benefit promise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Keep customer data private and secure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Follow applicable department rules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Provide assistance within legal authorization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ID &amp; TRAVEL RELATED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Assistance through official or authorized processes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ID-RELATED ASSISTANCE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TRAVEL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PAN application assistance through approved channels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PAN correction assistance where available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PAN status-check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PAN document preparation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Aadhaar official portal information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Official appointment navigation assistance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Passport application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Passport appointment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Passport status-check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Travel document checklist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Train / bus / flight booking assistance where authorized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Travel-related digital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INSURANCE &amp; FINANCIAL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Support only through authorized channels and applicable rules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INSURANCE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DIGITAL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Policy information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Policy renewal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Policy document download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Premium payment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Application support through authorized channels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Customer document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Never ask customers for OTP, PIN or password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 not store sensitive banking credentials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Use authorized platforms only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Explain fees transparently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Follow licensing and regulatory requirements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Protect customer privacy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MOBILE, DTH &amp; UTILITY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Digital payment and everyday service assistance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MOBILE &amp;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UTILITY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Mobile recharge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DTH recharge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app installation help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Email setup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WhatsApp basic setup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smartphone digital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Electricity bill payment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Water bill payment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Mobile and broadband payment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DTH-related payment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Other utility payments through authorized platforms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Payment receipt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BUSINESS &amp; MARKETING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Help local businesses build a digital presence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DESIGN &amp; 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BUSINESS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Visiting card design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Poster and banner design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Social media creatives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Festival promotional creatives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logo design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WhatsApp promotional material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WhatsApp Business setup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Business profile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Google Business Profile setup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QR code creation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digital marketing support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Local business promotion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WEBSITE &amp; SOCIAL MEDIA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Go digital and build your online presence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0AA"/>
                </a:solidFill>
                <a:latin typeface="Aptos"/>
              </a:rPr>
              <a:t>WEBSITE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SOCIAL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website setup assistance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Blogger website setup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Business website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Domain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Business email setup guidance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Landing page assistance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Facebook Page setup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Instagram professional profile setup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WhatsApp Business setup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Basic social media content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Online form creation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Digital profile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AUTHORIZED SERVICE PARTNER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Three levels for building a local network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383280" cy="777240"/>
          </a:xfrm>
          <a:prstGeom prst="round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VILLAGE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03767"/>
                </a:solidFill>
                <a:latin typeface="Aptos"/>
              </a:rPr>
              <a:t>₹499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6707C"/>
                </a:solidFill>
                <a:latin typeface="Aptos"/>
              </a:rPr>
              <a:t>Village / Local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77639"/>
            <a:ext cx="2560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Partner identity
Basic training &amp; guidance
Marketing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80" y="1508760"/>
            <a:ext cx="3383280" cy="777240"/>
          </a:xfrm>
          <a:prstGeom prst="round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7190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TEHSIL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03767"/>
                </a:solidFill>
                <a:latin typeface="Aptos"/>
              </a:rPr>
              <a:t>₹999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461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6707C"/>
                </a:solidFill>
                <a:latin typeface="Aptos"/>
              </a:rPr>
              <a:t>Tehsil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39"/>
            <a:ext cx="2560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Village benefits +
Enhanced guidance
Priority coordination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508760"/>
            <a:ext cx="3383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1508760"/>
            <a:ext cx="3383280" cy="777240"/>
          </a:xfrm>
          <a:prstGeom prst="round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7190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DISTRICT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51460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03767"/>
                </a:solidFill>
                <a:latin typeface="Aptos"/>
              </a:rPr>
              <a:t>₹1,999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6707C"/>
                </a:solidFill>
                <a:latin typeface="Aptos"/>
              </a:rPr>
              <a:t>District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977639"/>
            <a:ext cx="2560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A32"/>
                </a:solidFill>
                <a:latin typeface="Aptos"/>
              </a:rPr>
              <a:t>Tehsil benefits +
District coordination
Growth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Join as a Partner • Grow Your Local Digital 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EARN WITH E CAFE HIMACHAL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EE6FF"/>
                </a:solidFill>
                <a:latin typeface="Aptos"/>
              </a:rPr>
              <a:t>BUSINESS PROMOTION PARTNER PROGRAM</a:t>
            </a:r>
          </a:p>
        </p:txBody>
      </p:sp>
      <p:pic>
        <p:nvPicPr>
          <p:cNvPr id="4" name="Picture 3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52257"/>
            <a:ext cx="6256023" cy="13898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3246120"/>
            <a:ext cx="2514600" cy="1965960"/>
          </a:xfrm>
          <a:prstGeom prst="round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8444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PROMOTE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Share approved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246120"/>
            <a:ext cx="2514600" cy="1965960"/>
          </a:xfrm>
          <a:prstGeom prst="round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358444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22452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Find interested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46120"/>
            <a:ext cx="2514600" cy="1965960"/>
          </a:xfrm>
          <a:prstGeom prst="round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CORE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2452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Service process handled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246120"/>
            <a:ext cx="2514600" cy="1965960"/>
          </a:xfrm>
          <a:prstGeom prst="roundRect">
            <a:avLst/>
          </a:prstGeom>
          <a:solidFill>
            <a:srgbClr val="78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58444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422452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Commission on successful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📱 Phone-Based • 🏠 Work From Home • ⏰ Part-Time • 💰 Performance-Based Earnings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COMMISSION &amp; REWARD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Simple, transparent and performance-based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120640" cy="4343400"/>
          </a:xfrm>
          <a:prstGeom prst="round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THE COMMISSION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4480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No successful sale
= No commission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120640" cy="4343400"/>
          </a:xfrm>
          <a:prstGeom prst="round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THE REWARD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480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Successful sale
= Commission 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6707C"/>
                </a:solidFill>
                <a:latin typeface="Aptos"/>
              </a:rPr>
              <a:t>Service-wise commission rates should be clearly defined and shared with every partner.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Transparent Tracking • Fair Rewards • Performance Growth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WORKING PROCESS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A clear lead-to-service journey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PROMOTE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Share approved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2743200"/>
            <a:ext cx="22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707C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880360" y="1965960"/>
            <a:ext cx="566928" cy="566928"/>
          </a:xfrm>
          <a:prstGeom prst="ellipse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INTEREST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Customer needs a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743200"/>
            <a:ext cx="22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707C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1965960"/>
            <a:ext cx="566928" cy="566928"/>
          </a:xfrm>
          <a:prstGeom prst="ellipse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Submit customer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2743200"/>
            <a:ext cx="22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707C"/>
                </a:solidFill>
                <a:latin typeface="Aptos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6812279" y="1965960"/>
            <a:ext cx="566928" cy="566928"/>
          </a:xfrm>
          <a:prstGeom prst="ellipse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79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9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Core Team handles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743200"/>
            <a:ext cx="22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707C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1965960"/>
            <a:ext cx="566928" cy="566928"/>
          </a:xfrm>
          <a:prstGeom prst="ellipse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0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Service/sale 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1" y="2743200"/>
            <a:ext cx="22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707C"/>
                </a:solidFill>
                <a:latin typeface="Aptos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744200" y="1965960"/>
            <a:ext cx="566928" cy="566928"/>
          </a:xfrm>
          <a:prstGeom prst="ellipse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44200" y="2011679"/>
            <a:ext cx="56692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74320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3767"/>
                </a:solidFill>
                <a:latin typeface="Aptos"/>
              </a:rPr>
              <a:t>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3246120"/>
            <a:ext cx="1691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32A32"/>
                </a:solidFill>
                <a:latin typeface="Aptos"/>
              </a:rPr>
              <a:t>Commission as per policy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754880"/>
            <a:ext cx="98755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5880" y="4956048"/>
            <a:ext cx="9509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742A"/>
                </a:solidFill>
                <a:latin typeface="Aptos"/>
              </a:rPr>
              <a:t>Partner promotes → Customer connects → Core Team delivers → Successful sale → Partner earns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Simple Process • Clear Responsibility • Better Customer Experience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90-DAY GROWTH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2606040" cy="4343400"/>
          </a:xfrm>
          <a:prstGeom prst="round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DAYS 1–15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2148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BUILD THE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Services • Rules • Partner IDs • Lead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06040" cy="4343400"/>
          </a:xfrm>
          <a:prstGeom prst="round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DAYS 16–30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148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START PROMOTION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84048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Recruit Partners • WhatsApp Community • Marketing Kit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2606040" cy="4343400"/>
          </a:xfrm>
          <a:prstGeom prst="round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DAYS 31–60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148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TRACK &amp; 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84048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Training • Lead Records • Commission Process • Monthly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54480"/>
            <a:ext cx="2606040" cy="4343400"/>
          </a:xfrm>
          <a:prstGeom prst="roundRect">
            <a:avLst/>
          </a:prstGeom>
          <a:solidFill>
            <a:srgbClr val="78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874519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DAYS 61–90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606040"/>
            <a:ext cx="2148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SCALE THE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84048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District Expansion • Leaderboard • Rewards • Dashboard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Start Small • Build Systems • Measure Results • Scale Smartly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713232"/>
          </a:xfrm>
          <a:prstGeom prst="rect">
            <a:avLst/>
          </a:prstGeom>
          <a:solidFill>
            <a:srgbClr val="25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" y="10972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3767"/>
                </a:solidFill>
                <a:latin typeface="Aptos"/>
              </a:rPr>
              <a:t>IMPORTANT GUIDELINES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"/>
            <a:ext cx="8046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07C"/>
                </a:solidFill>
                <a:latin typeface="Aptos"/>
              </a:rPr>
              <a:t>Trust and customer safety are essential</a:t>
            </a:r>
          </a:p>
        </p:txBody>
      </p:sp>
      <p:pic>
        <p:nvPicPr>
          <p:cNvPr id="7" name="Picture 6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768096"/>
            <a:ext cx="2331720" cy="51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742A"/>
                </a:solidFill>
                <a:latin typeface="Aptos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6714"/>
                </a:solidFill>
                <a:latin typeface="Aptos"/>
              </a:rPr>
              <a:t>DO NOT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Use official and authorized platforms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Explain service fees clearly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Protect customer documents and privacy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Follow applicable rules and service guidelines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Use approved E CAFE HIMACHAL branding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Maintain professional communication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82296" cy="4206240"/>
          </a:xfrm>
          <a:prstGeom prst="rect">
            <a:avLst/>
          </a:prstGeom>
          <a:solidFill>
            <a:srgbClr val="10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035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37160" rIns="137160" bIns="91440" rtlCol="0" anchor="ctr"/>
          <a:lstStyle/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Take or store OTP, PIN or passwords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Promise guaranteed jobs, benefits or approvals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Claim government authorization without proof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Misuse customer documents or personal data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Use misleading advertisements</a:t>
            </a:r>
          </a:p>
          <a:p>
            <a:pPr>
              <a:spcAft>
                <a:spcPts val="5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rPr dirty="0"/>
              <a:t>✓  Continue services after authorization is withdrawn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82296" cy="420624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Digital Services • Online Support • Jobs • Growth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502920"/>
            <a:ext cx="6035040" cy="1340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BUILD A DIGITAL HIMACHAL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337560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D2EBF5"/>
                </a:solidFill>
                <a:latin typeface="Aptos"/>
              </a:rPr>
              <a:t>Digital Services • Online Support • Jobs • Business Growth • Partner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343400"/>
            <a:ext cx="8138160" cy="713232"/>
          </a:xfrm>
          <a:prstGeom prst="roundRect">
            <a:avLst/>
          </a:prstGeom>
          <a:solidFill>
            <a:srgbClr val="F46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4526280"/>
            <a:ext cx="7863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BUILD • PROMOTE • CONNECT • SERVE •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99632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BEE6FF"/>
                </a:solidFill>
                <a:latin typeface="Aptos"/>
              </a:rPr>
              <a:t>E CAFE HIMACHAL — Himachal Updates • Jobs • Online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1843</Words>
  <Application>Microsoft Office PowerPoint</Application>
  <PresentationFormat>Widescreen</PresentationFormat>
  <Paragraphs>400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 Cafe</cp:lastModifiedBy>
  <cp:revision>2</cp:revision>
  <dcterms:created xsi:type="dcterms:W3CDTF">2013-01-27T09:14:16Z</dcterms:created>
  <dcterms:modified xsi:type="dcterms:W3CDTF">2026-09-12T22:37:06Z</dcterms:modified>
  <cp:category/>
</cp:coreProperties>
</file>