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1" y="0"/>
            <a:ext cx="12191695" cy="685800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35440" y="5303520"/>
            <a:ext cx="1005840" cy="1005840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920240" y="5212080"/>
            <a:ext cx="1005840" cy="10058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383280" y="5212080"/>
            <a:ext cx="1005840" cy="10058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846320" y="5212080"/>
            <a:ext cx="1005840" cy="10058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309360" y="5212080"/>
            <a:ext cx="1005840" cy="10058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0" y="5212080"/>
            <a:ext cx="1005840" cy="10058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2190095"/>
            <a:ext cx="600516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FDBFE"/>
                </a:solidFill>
              </a:defRPr>
            </a:pPr>
            <a:r>
              <a:rPr dirty="0"/>
              <a:t>5 YEAR BUSINESS &amp; EXPANSION MASTER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004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2026 – 2031 | Himachal Pradesh Digital Growth Vision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88DA83-8341-0A5E-CD15-7C3E364F5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074" y="514624"/>
            <a:ext cx="6478172" cy="1441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4A"/>
                </a:solidFill>
              </a:defRPr>
            </a:pPr>
            <a:r>
              <a:t>🎯 हमारा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 Cafe Himachal को पूरे Himachal का trusted digital brand बनाना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382125"/>
            <a:ext cx="2926080" cy="1107996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rPr lang="hi-IN" sz="2800" dirty="0"/>
              <a:t>आज</a:t>
            </a:r>
            <a:endParaRPr lang="en-US" sz="2800" dirty="0"/>
          </a:p>
          <a:p>
            <a:pPr algn="ctr">
              <a:defRPr sz="1800" b="1">
                <a:solidFill>
                  <a:srgbClr val="1E293B"/>
                </a:solidFill>
              </a:defRPr>
            </a:pPr>
            <a:endParaRPr lang="en-US" sz="2000" dirty="0"/>
          </a:p>
          <a:p>
            <a:pPr algn="ctr">
              <a:defRPr sz="1800" b="1">
                <a:solidFill>
                  <a:srgbClr val="1E293B"/>
                </a:solidFill>
              </a:defRPr>
            </a:pPr>
            <a:r>
              <a:rPr lang="hi-IN" dirty="0"/>
              <a:t>12</a:t>
            </a:r>
            <a:r>
              <a:rPr lang="en-US" dirty="0"/>
              <a:t> </a:t>
            </a:r>
            <a:r>
              <a:rPr lang="hi-IN" dirty="0"/>
              <a:t>जिला  </a:t>
            </a:r>
            <a:endParaRPr lang="pt-BR" dirty="0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2382125"/>
            <a:ext cx="292608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rPr lang="hi-IN" sz="2800" dirty="0"/>
              <a:t>3 साल बाद</a:t>
            </a:r>
            <a:endParaRPr lang="hi-IN" dirty="0"/>
          </a:p>
          <a:p>
            <a:pPr algn="ctr">
              <a:defRPr sz="1800" b="1">
                <a:solidFill>
                  <a:srgbClr val="1E293B"/>
                </a:solidFill>
              </a:defRPr>
            </a:pPr>
            <a:endParaRPr lang="hi-IN" dirty="0"/>
          </a:p>
          <a:p>
            <a:pPr algn="ctr">
              <a:defRPr sz="1800" b="1">
                <a:solidFill>
                  <a:srgbClr val="1E293B"/>
                </a:solidFill>
              </a:defRPr>
            </a:pPr>
            <a:r>
              <a:rPr lang="hi-IN" dirty="0"/>
              <a:t>186 </a:t>
            </a:r>
            <a:r>
              <a:rPr lang="hi-IN" sz="1800" dirty="0"/>
              <a:t>तहसील </a:t>
            </a:r>
            <a:endParaRPr lang="hi-IN" dirty="0"/>
          </a:p>
          <a:p>
            <a:pPr algn="ctr">
              <a:defRPr sz="1800" b="1">
                <a:solidFill>
                  <a:srgbClr val="1E293B"/>
                </a:solidFill>
              </a:defRPr>
            </a:pPr>
            <a:r>
              <a:rPr lang="hi-IN" dirty="0"/>
              <a:t> 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2351063"/>
            <a:ext cx="29260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rPr lang="hi-IN" sz="2800" dirty="0"/>
              <a:t>5 बाद </a:t>
            </a:r>
          </a:p>
          <a:p>
            <a:pPr algn="ctr">
              <a:defRPr sz="1800" b="1">
                <a:solidFill>
                  <a:srgbClr val="1E293B"/>
                </a:solidFill>
              </a:defRPr>
            </a:pPr>
            <a:endParaRPr lang="hi-IN" dirty="0"/>
          </a:p>
          <a:p>
            <a:pPr algn="ctr">
              <a:defRPr sz="1800" b="1">
                <a:solidFill>
                  <a:srgbClr val="1E293B"/>
                </a:solidFill>
              </a:defRPr>
            </a:pPr>
            <a:r>
              <a:rPr lang="hi-IN" dirty="0"/>
              <a:t> 2795 डाकघर </a:t>
            </a:r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8379B3-A07D-051A-3081-B736914A0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375" y="244436"/>
            <a:ext cx="3216812" cy="7156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4A"/>
                </a:solidFill>
              </a:defRPr>
            </a:pPr>
            <a:r>
              <a:t>🌐 E Cafe Himachal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🌐 Website – ecafehp.in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📱 Mobile App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💼 Jobs &amp; Career Information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🎓 Education, Scholarships &amp; Results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📝 Digital Services &amp; Forms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🔔 District-wise Alerts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▶️ YouTube + 📸 Instagram + 💬 WhatsApp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🤝 Partner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E CAFE HIMACHAL |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76499E-474A-C50F-1189-0F73BA467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781" y="182880"/>
            <a:ext cx="3123028" cy="6948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4A"/>
                </a:solidFill>
              </a:defRPr>
            </a:pPr>
            <a:r>
              <a:t>🗓️ 5 Year Growth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920240"/>
            <a:ext cx="2194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2148840"/>
            <a:ext cx="1874519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463EB"/>
                </a:solidFill>
              </a:defRPr>
            </a:pPr>
            <a:r>
              <a:t>YEAR 1</a:t>
            </a:r>
          </a:p>
          <a:p>
            <a:pPr>
              <a:defRPr sz="1900" b="1">
                <a:solidFill>
                  <a:srgbClr val="12264A"/>
                </a:solidFill>
              </a:defRPr>
            </a:pPr>
            <a:r>
              <a:t>Foundation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Brand + Website + 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920240"/>
            <a:ext cx="2194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07792" y="2148840"/>
            <a:ext cx="1874519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YEAR 2</a:t>
            </a:r>
          </a:p>
          <a:p>
            <a:pPr>
              <a:defRPr sz="1900" b="1">
                <a:solidFill>
                  <a:srgbClr val="12264A"/>
                </a:solidFill>
              </a:defRPr>
            </a:pPr>
            <a:r>
              <a:t>Technology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App + Notifications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920240"/>
            <a:ext cx="2194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39512" y="2148840"/>
            <a:ext cx="1874519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YEAR 3</a:t>
            </a:r>
          </a:p>
          <a:p>
            <a:pPr>
              <a:defRPr sz="1900" b="1">
                <a:solidFill>
                  <a:srgbClr val="12264A"/>
                </a:solidFill>
              </a:defRPr>
            </a:pPr>
            <a:r>
              <a:t>Expansion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District Partners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920240"/>
            <a:ext cx="2194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71231" y="2148840"/>
            <a:ext cx="1874519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YEAR 4</a:t>
            </a:r>
          </a:p>
          <a:p>
            <a:pPr>
              <a:defRPr sz="1900" b="1">
                <a:solidFill>
                  <a:srgbClr val="12264A"/>
                </a:solidFill>
              </a:defRPr>
            </a:pPr>
            <a:r>
              <a:t>Ecosystem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AI + Digital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59" y="1920240"/>
            <a:ext cx="2194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02951" y="2148840"/>
            <a:ext cx="1874519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8B5CF6"/>
                </a:solidFill>
              </a:defRPr>
            </a:pPr>
            <a:r>
              <a:t>YEAR 5</a:t>
            </a:r>
          </a:p>
          <a:p>
            <a:pPr>
              <a:defRPr sz="1900" b="1">
                <a:solidFill>
                  <a:srgbClr val="12264A"/>
                </a:solidFill>
              </a:defRPr>
            </a:pPr>
            <a:r>
              <a:t>Leadership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Statewide Brand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1FABB9-16AD-9F37-0029-4A4661D81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781" y="182880"/>
            <a:ext cx="3123028" cy="6948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4A"/>
                </a:solidFill>
              </a:defRPr>
            </a:pPr>
            <a:r>
              <a:t>🥇 YEAR 1 — Foundation (2026–27)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212848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Brand Identity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Logo &amp; identity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Trademark tracking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Professional presence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45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26280" y="1645920"/>
            <a:ext cx="33832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2212848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Website Growth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SEO improvement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Fast mobile experience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Better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45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38328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2212848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Trust System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Official source links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Last verified date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Clear disclaimer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C4A2DE-2D39-9F55-C1D3-9F1B6BB04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781" y="182880"/>
            <a:ext cx="3123028" cy="6948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4A"/>
                </a:solidFill>
              </a:defRPr>
            </a:pPr>
            <a:r>
              <a:t>📍 District-wise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पूरे Himachal के लिए local information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423160" cy="868680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67335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📍 Shimla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463040"/>
            <a:ext cx="2423160" cy="8686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79" y="167335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📍 Kangra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2423160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7335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📍 Mandi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59" y="1463040"/>
            <a:ext cx="2423160" cy="868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72599" y="167335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📍 Chamba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88920"/>
            <a:ext cx="2423160" cy="8686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19" y="299923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📍 Hamirpur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2788920"/>
            <a:ext cx="2423160" cy="8686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79" y="299923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📍 Una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88920"/>
            <a:ext cx="2423160" cy="868680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99923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📍 Bilaspur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2788920"/>
            <a:ext cx="2423160" cy="8686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599" y="299923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📍 Solan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14800"/>
            <a:ext cx="2423160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19" y="432511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📍 Sirmaur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39" y="4114800"/>
            <a:ext cx="2423160" cy="868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79" y="432511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📍 Kullu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4800"/>
            <a:ext cx="2423160" cy="8686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432511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📍 Kinnaur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59" y="4114800"/>
            <a:ext cx="2423160" cy="8686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72599" y="432511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📍 Lahaul-Spiti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4DC4552-2773-D29E-AF2E-BCF192C05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781" y="182880"/>
            <a:ext cx="3123028" cy="6948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4A"/>
                </a:solidFill>
              </a:defRPr>
            </a:pPr>
            <a:r>
              <a:t>📱 E Cafe Himachal Mobile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YEAR 2 का मुख्य Technology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57200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292608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Core Features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Latest Jobs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District Jobs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Results &amp; Admit Cards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Government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029968"/>
            <a:ext cx="292608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Smart Features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Push Notifications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Search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Save/Favourite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Easy Sharing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2029968"/>
            <a:ext cx="292608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Future Features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User Profile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Personalized Alerts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Digital Services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AI Assistant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CC9623-ABF5-C829-0A94-DBF9E57E4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781" y="182880"/>
            <a:ext cx="3123028" cy="6948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4A"/>
                </a:solidFill>
              </a:defRPr>
            </a:pPr>
            <a:r>
              <a:t>🤝 YEAR 3 — Partner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🏪 Cyber Cafes और Computer Centers को Partner बनाना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📍 पहले बड़े जिलों में pilot network शुरू करना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🎓 Local education/career information contributors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📢 Brand marketing support और verified content system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📊 Performance-based expansion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24D51A-622C-F585-24CD-9B79B5ECC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781" y="182880"/>
            <a:ext cx="3123028" cy="6948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4A"/>
                </a:solidFill>
              </a:defRPr>
            </a:pPr>
            <a:r>
              <a:t>📢 Digital Media Growth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38328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383280" cy="457200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Website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SEO + Articles + Search Traffic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572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029968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YouTube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Explainers + Job Videos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38328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38328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2029968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Instagram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Reels + Quick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338328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33832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361688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WhatsApp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Fast Community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794760"/>
            <a:ext cx="338328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89120" y="3794760"/>
            <a:ext cx="338328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4361688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App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Push Notifications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8BFAED-5D34-5E03-E90F-9B819F202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781" y="182880"/>
            <a:ext cx="3123028" cy="6948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4A"/>
                </a:solidFill>
              </a:defRPr>
            </a:pPr>
            <a:r>
              <a:t>💰 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Multiple income streams बनाना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💼 Website Advertising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79" y="175564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💼 Sponsored / Featured Listings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75564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💼 Digital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55448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81160" y="175564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💼 Premium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31012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💼 Partner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1089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79" y="331012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💼 Professional Digital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089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31012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💼 App Monetization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44D076-0667-AA6E-1227-3A85101AE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781" y="182880"/>
            <a:ext cx="3123028" cy="6948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4A"/>
                </a:solidFill>
              </a:defRPr>
            </a:pPr>
            <a:r>
              <a:t>👥 Team Building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57200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29260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Start Small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Founder / Strategy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Content Management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Graphic &amp; Video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121408"/>
            <a:ext cx="29260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Growth Stage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Developer Support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SEO / Marketing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Customer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2121408"/>
            <a:ext cx="29260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Statewide Stage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District Coordinators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Partner Managers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Professional Management Team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D464F6-A266-8079-88D8-6044F8C54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781" y="182880"/>
            <a:ext cx="3123028" cy="6948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4A"/>
                </a:solidFill>
              </a:defRPr>
            </a:pPr>
            <a:r>
              <a:t>🛡️ Trust &amp; Legal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®️ Trademark और Brand Protection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📄 Privacy Policy, Terms &amp; Disclaimer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✅ हर महत्वपूर्ण update के साथ Official Source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📅 Last Verified Date system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⚠️ गलत या misleading information से बचना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🏢 Government और private brand identity को स्पष्ट रखना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359E62-06E5-7FE7-5E27-7563CEBF0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781" y="182880"/>
            <a:ext cx="3123028" cy="6948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4A"/>
                </a:solidFill>
              </a:defRPr>
            </a:pPr>
            <a:r>
              <a:t>⚡ अगले 90 दिन का Action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57200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29260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पहले 30 दिन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Website audit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Brand cleanup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Legal pages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SEO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121408"/>
            <a:ext cx="29260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दिन 31–60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12 district structure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Content calendar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Social media system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Analytics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2121408"/>
            <a:ext cx="29260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दिन 61–90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App blueprint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Partner program draft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Pilot districts</a:t>
            </a:r>
          </a:p>
          <a:p>
            <a:pPr>
              <a:spcBef>
                <a:spcPts val="700"/>
              </a:spcBef>
              <a:defRPr sz="1200">
                <a:solidFill>
                  <a:srgbClr val="64748B"/>
                </a:solidFill>
              </a:defRPr>
            </a:pPr>
            <a:r>
              <a:t>Growth measurement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16E525-2C00-1F30-C39C-679B055CF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781" y="182880"/>
            <a:ext cx="3123028" cy="6948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4A"/>
                </a:solidFill>
              </a:defRPr>
            </a:pPr>
            <a:r>
              <a:t>📊 Success कैसे Measure करेंगे?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👥 Monthly Website Users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📱 App Downloads &amp; Active Users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🔔 Notification Subscribers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📍 District-wise Audience Reach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🤝 Active Verified Partners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💰 Monthly Revenue Growth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⭐ Brand Trust &amp; Repeat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08DFC-1341-F438-0E4D-E149DADF2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781" y="182880"/>
            <a:ext cx="3123028" cy="6948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29297" y="1005840"/>
            <a:ext cx="9502922" cy="4616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FDBFE"/>
                </a:solidFill>
              </a:defRPr>
            </a:pPr>
            <a:endParaRPr lang="hi-IN" dirty="0"/>
          </a:p>
          <a:p>
            <a:pPr algn="ctr">
              <a:defRPr sz="2400">
                <a:solidFill>
                  <a:srgbClr val="BFDBFE"/>
                </a:solidFill>
              </a:defRPr>
            </a:pPr>
            <a:endParaRPr lang="hi-IN" dirty="0"/>
          </a:p>
          <a:p>
            <a:pPr algn="ctr">
              <a:defRPr sz="2400">
                <a:solidFill>
                  <a:srgbClr val="BFDBFE"/>
                </a:solidFill>
              </a:defRPr>
            </a:pPr>
            <a:endParaRPr lang="hi-IN" dirty="0"/>
          </a:p>
          <a:p>
            <a:pPr algn="ctr">
              <a:defRPr sz="2400">
                <a:solidFill>
                  <a:srgbClr val="BFDBFE"/>
                </a:solidFill>
              </a:defRPr>
            </a:pPr>
            <a:endParaRPr lang="hi-IN" dirty="0"/>
          </a:p>
          <a:p>
            <a:pPr algn="ctr">
              <a:defRPr sz="2400">
                <a:solidFill>
                  <a:srgbClr val="BFDBFE"/>
                </a:solidFill>
              </a:defRPr>
            </a:pPr>
            <a:endParaRPr lang="hi-IN" dirty="0"/>
          </a:p>
          <a:p>
            <a:pPr algn="ctr">
              <a:defRPr sz="2400">
                <a:solidFill>
                  <a:srgbClr val="BFDBFE"/>
                </a:solidFill>
              </a:defRPr>
            </a:pPr>
            <a:endParaRPr lang="hi-IN" dirty="0"/>
          </a:p>
          <a:p>
            <a:pPr algn="ctr">
              <a:defRPr sz="2400">
                <a:solidFill>
                  <a:srgbClr val="BFDBFE"/>
                </a:solidFill>
              </a:defRPr>
            </a:pPr>
            <a:r>
              <a:rPr dirty="0"/>
              <a:t>Himachal Pradesh </a:t>
            </a:r>
            <a:r>
              <a:rPr dirty="0" err="1"/>
              <a:t>का</a:t>
            </a:r>
            <a:r>
              <a:rPr dirty="0"/>
              <a:t> Trusted Digital Information &amp; Services Network</a:t>
            </a:r>
          </a:p>
          <a:p>
            <a:br>
              <a:rPr dirty="0"/>
            </a:br>
            <a:endParaRPr lang="en-US" dirty="0"/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sz="3600" b="1" dirty="0">
                <a:solidFill>
                  <a:schemeClr val="bg1"/>
                </a:solidFill>
              </a:rPr>
              <a:t>2026 → 2031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sz="3600" b="1" dirty="0">
                <a:solidFill>
                  <a:schemeClr val="bg1"/>
                </a:solidFill>
              </a:rPr>
              <a:t>BUILD • GROW • CONNECT • LEAD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AFA45D-DA60-C477-B3A5-901D3BE06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151" y="624481"/>
            <a:ext cx="9333391" cy="20765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549</Words>
  <Application>Microsoft Office PowerPoint</Application>
  <PresentationFormat>Widescreen</PresentationFormat>
  <Paragraphs>166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 Cafe</cp:lastModifiedBy>
  <cp:revision>4</cp:revision>
  <dcterms:created xsi:type="dcterms:W3CDTF">2013-01-27T09:14:16Z</dcterms:created>
  <dcterms:modified xsi:type="dcterms:W3CDTF">2026-09-12T23:03:27Z</dcterms:modified>
  <cp:category/>
</cp:coreProperties>
</file>